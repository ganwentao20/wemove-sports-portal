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32f35314e64040" /><Relationship Type="http://schemas.openxmlformats.org/officeDocument/2006/relationships/extended-properties" Target="/docProps/app.xml" Id="R8348d5cb61054949" /><Relationship Type="http://schemas.openxmlformats.org/officeDocument/2006/relationships/officeDocument" Target="/ppt/presentation.xml" Id="Rb9a79ac0fc8743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dc024ab1144d5a"/>
  </p:sldMasterIdLst>
  <p:notesMasterIdLst>
    <p:notesMasterId xmlns:r="http://schemas.openxmlformats.org/officeDocument/2006/relationships" r:id="R0bcab9423d92465d"/>
  </p:notesMasterIdLst>
  <p:sldIdLst>
    <p:sldId xmlns:r="http://schemas.openxmlformats.org/officeDocument/2006/relationships" id="256" r:id="Rda19a862b17743ff"/>
    <p:sldId xmlns:r="http://schemas.openxmlformats.org/officeDocument/2006/relationships" id="257" r:id="R58bf7ceeb87a4994"/>
    <p:sldId xmlns:r="http://schemas.openxmlformats.org/officeDocument/2006/relationships" id="258" r:id="R7e3dc2a967444bda"/>
    <p:sldId xmlns:r="http://schemas.openxmlformats.org/officeDocument/2006/relationships" id="259" r:id="R465b5a74a3014fc6"/>
    <p:sldId xmlns:r="http://schemas.openxmlformats.org/officeDocument/2006/relationships" id="260" r:id="R00641351f2e649a5"/>
    <p:sldId xmlns:r="http://schemas.openxmlformats.org/officeDocument/2006/relationships" id="261" r:id="Rb9938a6c4c3a4040"/>
    <p:sldId xmlns:r="http://schemas.openxmlformats.org/officeDocument/2006/relationships" id="262" r:id="R83e66b3c04424163"/>
    <p:sldId xmlns:r="http://schemas.openxmlformats.org/officeDocument/2006/relationships" id="263" r:id="R6dec01beeffb4b47"/>
    <p:sldId xmlns:r="http://schemas.openxmlformats.org/officeDocument/2006/relationships" id="264" r:id="R59d81693123d4d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b4e9872847418f" /><Relationship Type="http://schemas.openxmlformats.org/officeDocument/2006/relationships/slideMaster" Target="/ppt/slideMasters/slideMaster1.xml" Id="Rc0dc024ab1144d5a" /><Relationship Type="http://schemas.openxmlformats.org/officeDocument/2006/relationships/notesMaster" Target="/ppt/notesMasters/notesMaster1.xml" Id="R0bcab9423d92465d" /><Relationship Type="http://schemas.openxmlformats.org/officeDocument/2006/relationships/presProps" Target="/ppt/presProps.xml" Id="Rf20354f4ee564c95" /><Relationship Type="http://schemas.openxmlformats.org/officeDocument/2006/relationships/tableStyles" Target="/ppt/tableStyles.xml" Id="R076950a9623d429b" /><Relationship Type="http://schemas.openxmlformats.org/officeDocument/2006/relationships/slide" Target="/ppt/slides/slide1.xml" Id="Rda19a862b17743ff" /><Relationship Type="http://schemas.openxmlformats.org/officeDocument/2006/relationships/slide" Target="/ppt/slides/slide2.xml" Id="R58bf7ceeb87a4994" /><Relationship Type="http://schemas.openxmlformats.org/officeDocument/2006/relationships/slide" Target="/ppt/slides/slide3.xml" Id="R7e3dc2a967444bda" /><Relationship Type="http://schemas.openxmlformats.org/officeDocument/2006/relationships/slide" Target="/ppt/slides/slide4.xml" Id="R465b5a74a3014fc6" /><Relationship Type="http://schemas.openxmlformats.org/officeDocument/2006/relationships/slide" Target="/ppt/slides/slide5.xml" Id="R00641351f2e649a5" /><Relationship Type="http://schemas.openxmlformats.org/officeDocument/2006/relationships/slide" Target="/ppt/slides/slide6.xml" Id="Rb9938a6c4c3a4040" /><Relationship Type="http://schemas.openxmlformats.org/officeDocument/2006/relationships/slide" Target="/ppt/slides/slide7.xml" Id="R83e66b3c04424163" /><Relationship Type="http://schemas.openxmlformats.org/officeDocument/2006/relationships/slide" Target="/ppt/slides/slide8.xml" Id="R6dec01beeffb4b47" /><Relationship Type="http://schemas.openxmlformats.org/officeDocument/2006/relationships/slide" Target="/ppt/slides/slide9.xml" Id="R59d81693123d4d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7e0aa5cf7441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c3f9d4f5a4ea3" /><Relationship Type="http://schemas.openxmlformats.org/officeDocument/2006/relationships/notesMaster" Target="/ppt/notesMasters/notesMaster1.xml" Id="R6e6dc957dbb045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88ea3b0fe4ec9" /><Relationship Type="http://schemas.openxmlformats.org/officeDocument/2006/relationships/notesMaster" Target="/ppt/notesMasters/notesMaster1.xml" Id="R3cb300aa0d3741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e39e9a43341a3" /><Relationship Type="http://schemas.openxmlformats.org/officeDocument/2006/relationships/notesMaster" Target="/ppt/notesMasters/notesMaster1.xml" Id="Rcec6b34354fb4a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8363dbfb4344c0" /><Relationship Type="http://schemas.openxmlformats.org/officeDocument/2006/relationships/notesMaster" Target="/ppt/notesMasters/notesMaster1.xml" Id="R5444f36850084f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59c38bf365440c" /><Relationship Type="http://schemas.openxmlformats.org/officeDocument/2006/relationships/notesMaster" Target="/ppt/notesMasters/notesMaster1.xml" Id="Rf5e2a97d7dd54f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2f41de032d4999" /><Relationship Type="http://schemas.openxmlformats.org/officeDocument/2006/relationships/notesMaster" Target="/ppt/notesMasters/notesMaster1.xml" Id="R9b7dfae2eac341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9e18d2397c44a6" /><Relationship Type="http://schemas.openxmlformats.org/officeDocument/2006/relationships/notesMaster" Target="/ppt/notesMasters/notesMaster1.xml" Id="Raa01541c45554b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a34960bfeb4359" /><Relationship Type="http://schemas.openxmlformats.org/officeDocument/2006/relationships/notesMaster" Target="/ppt/notesMasters/notesMaster1.xml" Id="Rba51fa03cd854c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628a206f51472a" /><Relationship Type="http://schemas.openxmlformats.org/officeDocument/2006/relationships/notesMaster" Target="/ppt/notesMasters/notesMaster1.xml" Id="Rc429759a54b941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开场约30秒：老师好，我们按提交材料、网站功能和测试结果三个部分汇报。PPT只作导航，主要展示实际文件和网站。切到第2页，打开课程材料索引。预计20分钟；教师可随时指定功能检查。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3:00：打开docs/deliverables/README.md，依次展示个人报告、进度、正式会议纪要、需求、测试报告、PPT、源代码、工作量。已有五份个人AI说明和汇总一并展示，不新增课程报告类别。个人技术现状报告目前4/5，周慧莹尚缺，不能说五人齐全。测试报告里的账号表及工作量比例需让老师看清。不要展示.env、密钥或个人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检查期间用约40秒说明分工。来源docs/plans/workload-current.md，用户此前指定的计划分配为25%与四个18.75%，合计100%。后续跨模块整合由甘文韬完成，不据此改写其他成员的独立贡献。尚无全员确认的实际工时占比，不将计划表说成审计过的实际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00–6:00：打开/en或/zh首页，切换语言和市场，展示首页可配置模块。进入/products，演示分类、关键词搜索、筛选、排序、产品对比。进入商品详情，展示变体、价格、库存、指南和下载。再打开/play-learn、/support/faq、/contact，说明内容与联系入口。用浏览器窄窗口展示移动导航和无横向溢出；无需逐个重复点击同类商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6:00–10:00：独立浏览器上下文登录customer@wemove.local / Demo@123456。展示账户、地址、收藏；用一个商品加入购物车，进入/checkout核对金额、运费和地址，使用DEMO演示付款，进入订单详情下载PDF。打开售后入口展示申请及证据上传；后台审批退款与物流状态可在后续后台段联动。邮件验证和找回密码可用预先打开的Mailpit示例展示，避免等待占满时间。明确DEMO无真实扣款，PDF不冒充税务发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10:00–14:30：使用另一浏览器上下文登录dealer@wemove.local / Demo@123456，首次接受当前条款。显示已批准企业与授权目录；Quick Order添加有效SKU，演示数量限制和CSV错误行。提交RFQ，在已登录员工窗口/admin/b2b报价，返回经销商接受当前有效版本并转PO。检查企业、地址和金额快照，下载授权PDF；展示分批发货和售后入口。可准备一个已报价RFQ作备用，但不要将备用记录说成刚创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30–18:00：演示前已通过admin@wemove.local密码及MFA登录。打开/admin/products展示商品/SKU/库存、/admin/pricing价格规则；/admin/cms修改一个演示文章标题或文本并刷新前台确认，随后恢复演示文本。/admin/media显示公开与私有权限；/admin/dealers查看申请审批；/admin/orders或/admin/b2b展示履约；/admin/contacts处理演示工单；/admin/seo及/admin/audit查看配置和刚才产生的审计记录。只对专用演示数据操作。敏感动作仍需当前MFA码，不关闭安全校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18:00–19:00：打开PR #10 Checks和测试报告，核对最终演示提交对应的CI，而不是只展示开发分支CI #44。当前材料制作依据CI #50，源码83ae02c已包含main 5642da2；本轮UI变更仍须新CI通过。各层测试数不能相加称为需求覆盖率。按最终Checks说明新运行结论；如失败需说明，不用旧成功替代。100并发数据与Lighthouse移动端结果分开介绍。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:00–20:00：回到需求和材料清单，请老师指定补充检查的功能。说明个人报告4/5，周慧莹独立报告未收到；工作量是既定计划，实际比例待成员确认；演示环境采用测试账号和DEMO支付，生产商户、正式内容和上线资源不等同于课程功能完成。若网络故障优先使用本机运行与已归档CI证据；截图只能作为备用证据，不能假称实时操作成功。结束时保持网站和材料可打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71927033a46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9ab513ee3e4eac" /><Relationship Type="http://schemas.openxmlformats.org/officeDocument/2006/relationships/slideLayout" Target="/ppt/slideLayouts/slideLayout1.xml" Id="Rd7f374020f6d41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374020f6d41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1257b4d6f445d" /><Relationship Type="http://schemas.openxmlformats.org/officeDocument/2006/relationships/notesSlide" Target="/ppt/notesSlides/notesSlide1.xml" Id="Rf5b9af7277094f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aa88209ed4d5e" /><Relationship Type="http://schemas.openxmlformats.org/officeDocument/2006/relationships/notesSlide" Target="/ppt/notesSlides/notesSlide2.xml" Id="Rc55527a9ec2e4e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d46026a454a48" /><Relationship Type="http://schemas.openxmlformats.org/officeDocument/2006/relationships/notesSlide" Target="/ppt/notesSlides/notesSlide3.xml" Id="Re1ee46389dab48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f03cc688410d" /><Relationship Type="http://schemas.openxmlformats.org/officeDocument/2006/relationships/notesSlide" Target="/ppt/notesSlides/notesSlide4.xml" Id="R31ae3d13114640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1b7856c544fe" /><Relationship Type="http://schemas.openxmlformats.org/officeDocument/2006/relationships/notesSlide" Target="/ppt/notesSlides/notesSlide5.xml" Id="R41c13a3c6ae04a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73b242824c1c" /><Relationship Type="http://schemas.openxmlformats.org/officeDocument/2006/relationships/notesSlide" Target="/ppt/notesSlides/notesSlide6.xml" Id="R2cc71b5183394f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b25d8832e4f0c" /><Relationship Type="http://schemas.openxmlformats.org/officeDocument/2006/relationships/notesSlide" Target="/ppt/notesSlides/notesSlide7.xml" Id="R647992e6077b40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5bd6709d84ab6" /><Relationship Type="http://schemas.openxmlformats.org/officeDocument/2006/relationships/notesSlide" Target="/ppt/notesSlides/notesSlide8.xml" Id="Rfd4cc880c78543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da2096204d61" /><Relationship Type="http://schemas.openxmlformats.org/officeDocument/2006/relationships/notesSlide" Target="/ppt/notesSlides/notesSlide9.xml" Id="Rb83066e6a93e41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C584A-F081-4271-B768-1437ADA1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WEMOVE SPORTS 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E83FD-059B-4899-AB6C-6FFCE011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软件开发实践 2 · 下午班第 8 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3D559-685C-4F5E-B649-3191886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甘文韬  陈婧琳  周慧莹  倪依玲  龙祖怡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86B07-6CF1-4A39-AF87-73E560F6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材料检查 / 网站演示 / 测试结果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38D33-0BB2-47D5-A0CA-4F12356F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2026 年 9 月</a:t>
            </a:r>
          </a:p>
        </p:txBody>
      </p:sp>
    </p:spTree>
    <p:extLst>
      <p:ext uri="{BB962C8B-B14F-4D97-AF65-F5344CB8AC3E}">
        <p14:creationId xmlns:p14="http://schemas.microsoft.com/office/powerpoint/2010/main" val="283945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17887-AF5B-413A-BD85-033F2623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提交材料检查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5FBE2-3A4A-47CC-B3D2-67C55FBC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个人材料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6266A-A0B2-41EF-8E4A-A43C5936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Web 开发技术现状与课程思政报告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1F29B-36D2-4007-BF8E-B4357EF9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过程材料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70CB7-0DC2-4083-87C0-EAFFE88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进度计划、正式沟通讨论记录、成员工作量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05A1C-8F26-4249-92C1-017AD83C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项目材料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C319F-3D62-42DE-9B6C-AC0AE2DA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功能需求、测试报告与用例、源码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E0460-3879-4DFB-951F-E6F37F63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展示材料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51C00-389D-4865-984B-B520FBEE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本 PPT；已收的五人 AI 说明及汇总</a:t>
            </a:r>
          </a:p>
        </p:txBody>
      </p:sp>
    </p:spTree>
    <p:extLst>
      <p:ext uri="{BB962C8B-B14F-4D97-AF65-F5344CB8AC3E}">
        <p14:creationId xmlns:p14="http://schemas.microsoft.com/office/powerpoint/2010/main" val="1671932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7B620-6763-442A-B974-87E3A5D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成员分工与工作量比例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04850" y="1552575"/>
          <a:ext xmlns:a="http://schemas.openxmlformats.org/drawingml/2006/main" cx="107823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7286625"/>
                <a:gridCol w="1781175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A32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职责范围</a:t>
                      </a:r>
                    </a:p>
                  </a:txBody>
                  <a:tcPr marL="91440" marR="91440" marT="45720" marB="45720">
                    <a:solidFill>
                      <a:srgbClr val="A329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分配比例</a:t>
                      </a:r>
                    </a:p>
                  </a:txBody>
                  <a:tcPr marL="91440" marR="91440" marT="45720" marB="45720">
                    <a:solidFill>
                      <a:srgbClr val="A32923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甘文韬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架构、安全、团队整合；承接 B2B 采购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陈婧琳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品牌官网、响应式页面、消费者中心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周慧莹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商品、库存、定价、购物车与零售订单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倪依玲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后台、CMS、媒体、联系工单、操作手册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龙祖怡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工程化、自动化测试、性能测试与报告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五人团队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3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3566C-947C-4402-9C3D-3BFADDF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按既定任务分配填写；实际贡献尚需成员依据工作记录确认。</a:t>
            </a:r>
          </a:p>
        </p:txBody>
      </p:sp>
    </p:spTree>
    <p:extLst>
      <p:ext uri="{BB962C8B-B14F-4D97-AF65-F5344CB8AC3E}">
        <p14:creationId xmlns:p14="http://schemas.microsoft.com/office/powerpoint/2010/main" val="861757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5C605-AB93-49FB-8C37-BE12D2E5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官网与产品浏览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9508B-5AD4-4C00-BA9F-CFD0E96E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首页与内容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EFDA9-6E29-4AD5-87CF-BAAAE33A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语言与市场切换、CMS 内容、移动端导航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A7063-A269-4FE7-A851-7DAC87E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商品目录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C386A-5578-471F-B7EE-8B966CD8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分类、搜索、筛选、排序、对比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D3E1E-F031-4961-A203-4A4C6058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商品详情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28074-6168-4EEE-8BAC-C92CFD2B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变体、零售价、库存状态、产品指南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E85B1-469F-4824-9024-1BAB760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支持服务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FA513-AB3E-451A-B5DF-23EAFA7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文章、FAQ、联系表单、资料下载</a:t>
            </a:r>
          </a:p>
        </p:txBody>
      </p:sp>
    </p:spTree>
    <p:extLst>
      <p:ext uri="{BB962C8B-B14F-4D97-AF65-F5344CB8AC3E}">
        <p14:creationId xmlns:p14="http://schemas.microsoft.com/office/powerpoint/2010/main" val="1180800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55D76-6B4B-42E0-9CAD-C3B37624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消费者购买流程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CFF51-C8B5-4D09-AEE3-CA31B4A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商品 → 购物车 → 结算 → 演示付款 → 订单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3AB12-BC5A-41C2-A11E-7B3F9B9B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现场核对：商品数量、地址、金额、订单状态与 PDF。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D996D-1744-4267-AFC2-7015CE8F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继续查看：资料、地址、收藏、退货与退款入口。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CE38F-BCBC-422D-AF91-0D7C61D1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16B"/>
                </a:solidFill>
                <a:latin typeface="Microsoft YaHei"/>
                <a:ea typeface="Microsoft YaHei"/>
                <a:cs typeface="Microsoft YaHei"/>
              </a:rPr>
              <a:t>演示支付不产生真实扣款。</a:t>
            </a:r>
          </a:p>
        </p:txBody>
      </p:sp>
    </p:spTree>
    <p:extLst>
      <p:ext uri="{BB962C8B-B14F-4D97-AF65-F5344CB8AC3E}">
        <p14:creationId xmlns:p14="http://schemas.microsoft.com/office/powerpoint/2010/main" val="556055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D1505-C113-4C48-9719-57DFB91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经销商采购流程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0464-2EC5-48A1-9A90-C29A35E8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授权目录 → 快速下单 → 询价 → 报价 → 采购订单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59261-4643-4275-9A56-D62940CD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3613F-9B0B-4C34-9F6A-D240124C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87193-6256-4962-8D88-A74888C6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现场核对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F7FC6-0728-4805-BC17-4F96A07C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企业授权价、数量规则、报价版本与有效期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A8E04-BD9E-46B6-9CD4-3755F037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订单后续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87A96-7CAC-4D1E-8AE2-40F92D95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分批发货、复购、付款记录、退货退款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68136-15DA-4DDD-9049-6BB1DBBB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权限检查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18AD3-888E-450B-A7FB-32E329ED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企业数据隔离；无权限不能下载私有资料</a:t>
            </a:r>
          </a:p>
        </p:txBody>
      </p:sp>
    </p:spTree>
    <p:extLst>
      <p:ext uri="{BB962C8B-B14F-4D97-AF65-F5344CB8AC3E}">
        <p14:creationId xmlns:p14="http://schemas.microsoft.com/office/powerpoint/2010/main" val="14811308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2D767-C754-4602-8DA3-D9F3E58E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运营后台与前台联动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11074-2439-4571-9936-C547769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商品与交易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D55F5-C34C-4ABB-8538-F0ACCEE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商品、库存、价格、订单履约、企业审核与报价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25241-5BD8-4B1C-B554-4C613D9B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内容与媒体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952A4-87E1-4B60-9A17-59DF73B0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修改内容后刷新前台；展示资源权限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8BFF6-9794-40A5-AC75-820868D6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8A2A5-0785-423E-9A0D-1215A4E6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联系工单状态与通知记录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178AD-27E5-4C6E-B3A9-C5593DB2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管理与追溯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74F3D-5C46-494C-ADBA-3C62749E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角色权限、SEO、审计记录、统计报表</a:t>
            </a:r>
          </a:p>
        </p:txBody>
      </p:sp>
    </p:spTree>
    <p:extLst>
      <p:ext uri="{BB962C8B-B14F-4D97-AF65-F5344CB8AC3E}">
        <p14:creationId xmlns:p14="http://schemas.microsoft.com/office/powerpoint/2010/main" val="1400420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3115E-0802-4C4A-A3C6-5F5E7727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整合版本的验证结果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3E76F-D004-4992-9D71-1379A5CB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单元与集成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D4882-7772-4471-85E9-57FF5E27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764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110 个单元用例；169 个数据库、HTTP 与邮件用例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92784-B591-400D-874C-8CBBA93D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浏览器基线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5715E-8F5C-4DD8-BCF9-84F208E0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三引擎业务检查及性能任务共 67 项通过（CI #50）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59D75-4881-4524-B1AE-B4810FDD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运行与恢复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5E1C6-3AE9-4912-9375-AFA195BA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29 次迁移；生产镜像、病毒扫描、备份恢复演练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E8BE7-9108-4E07-98C6-24ABD0F1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版本追溯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B6AFB-2DDE-4927-9F45-6234B7CF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790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最终检查对应当前提交；旧开发分支结果不能替代</a:t>
            </a:r>
          </a:p>
        </p:txBody>
      </p:sp>
    </p:spTree>
    <p:extLst>
      <p:ext uri="{BB962C8B-B14F-4D97-AF65-F5344CB8AC3E}">
        <p14:creationId xmlns:p14="http://schemas.microsoft.com/office/powerpoint/2010/main" val="380108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D85FA-30E8-4E86-ACD0-6655A18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汇报安排与待确认事项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9D327-1103-45DC-A01C-EDE32F46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材料 3 分钟 · 官网 3 分钟 · 消费者 4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CD257-D203-4E4C-8A9F-B8CF8B55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32923"/>
                </a:solidFill>
                <a:latin typeface="Microsoft YaHei"/>
                <a:ea typeface="Microsoft YaHei"/>
                <a:cs typeface="Microsoft YaHei"/>
              </a:rPr>
              <a:t>经销商 4.5 分钟 · 后台 3.5 分钟 · 验证 2 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6EDB5-A31F-4DC2-9E84-2F788969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待补：周慧莹独立报告；成员实际贡献确认。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02459-A002-4E06-93FB-AD475A81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32B"/>
                </a:solidFill>
                <a:latin typeface="Microsoft YaHei"/>
                <a:ea typeface="Microsoft YaHei"/>
                <a:cs typeface="Microsoft YaHei"/>
              </a:rPr>
              <a:t>真实商户联调与生产上线条件单独说明。</a:t>
            </a:r>
          </a:p>
        </p:txBody>
      </p:sp>
    </p:spTree>
    <p:extLst>
      <p:ext uri="{BB962C8B-B14F-4D97-AF65-F5344CB8AC3E}">
        <p14:creationId xmlns:p14="http://schemas.microsoft.com/office/powerpoint/2010/main" val="119282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2026-09-07T19:42:05.7590000Z</dcterms:created>
  <dcterms:modified xsi:type="dcterms:W3CDTF">2026-09-07T19:42:05.7590000Z</dcterms:modified>
</coreProperties>
</file>