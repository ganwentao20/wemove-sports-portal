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6218feaae347f5" /><Relationship Type="http://schemas.openxmlformats.org/officeDocument/2006/relationships/extended-properties" Target="/docProps/app.xml" Id="Rd0c8ce67fab746a0" /><Relationship Type="http://schemas.openxmlformats.org/officeDocument/2006/relationships/officeDocument" Target="/ppt/presentation.xml" Id="R78ccec7338c844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994dd71ddd4f68"/>
  </p:sldMasterIdLst>
  <p:notesMasterIdLst>
    <p:notesMasterId xmlns:r="http://schemas.openxmlformats.org/officeDocument/2006/relationships" r:id="Ra3b006211b6947aa"/>
  </p:notesMasterIdLst>
  <p:sldIdLst>
    <p:sldId xmlns:r="http://schemas.openxmlformats.org/officeDocument/2006/relationships" id="256" r:id="R58cc4a8d46044d11"/>
    <p:sldId xmlns:r="http://schemas.openxmlformats.org/officeDocument/2006/relationships" id="257" r:id="R87c8dda970db4eb1"/>
    <p:sldId xmlns:r="http://schemas.openxmlformats.org/officeDocument/2006/relationships" id="258" r:id="R6d38cd6a2568417a"/>
    <p:sldId xmlns:r="http://schemas.openxmlformats.org/officeDocument/2006/relationships" id="259" r:id="Ra45416c0d9d243a0"/>
    <p:sldId xmlns:r="http://schemas.openxmlformats.org/officeDocument/2006/relationships" id="260" r:id="Rdbb49279689a48e2"/>
    <p:sldId xmlns:r="http://schemas.openxmlformats.org/officeDocument/2006/relationships" id="261" r:id="R39c94234377e4e9a"/>
    <p:sldId xmlns:r="http://schemas.openxmlformats.org/officeDocument/2006/relationships" id="262" r:id="R9bb7ec7b669b43a8"/>
    <p:sldId xmlns:r="http://schemas.openxmlformats.org/officeDocument/2006/relationships" id="263" r:id="Re6e1d580a2e44f6e"/>
    <p:sldId xmlns:r="http://schemas.openxmlformats.org/officeDocument/2006/relationships" id="264" r:id="R6db4c2d9e1514e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50329255114d7f" /><Relationship Type="http://schemas.openxmlformats.org/officeDocument/2006/relationships/slideMaster" Target="/ppt/slideMasters/slideMaster1.xml" Id="R2f994dd71ddd4f68" /><Relationship Type="http://schemas.openxmlformats.org/officeDocument/2006/relationships/notesMaster" Target="/ppt/notesMasters/notesMaster1.xml" Id="Ra3b006211b6947aa" /><Relationship Type="http://schemas.openxmlformats.org/officeDocument/2006/relationships/presProps" Target="/ppt/presProps.xml" Id="R5830cb7dc33249c0" /><Relationship Type="http://schemas.openxmlformats.org/officeDocument/2006/relationships/tableStyles" Target="/ppt/tableStyles.xml" Id="R3923452851ac4813" /><Relationship Type="http://schemas.openxmlformats.org/officeDocument/2006/relationships/slide" Target="/ppt/slides/slide1.xml" Id="R58cc4a8d46044d11" /><Relationship Type="http://schemas.openxmlformats.org/officeDocument/2006/relationships/slide" Target="/ppt/slides/slide2.xml" Id="R87c8dda970db4eb1" /><Relationship Type="http://schemas.openxmlformats.org/officeDocument/2006/relationships/slide" Target="/ppt/slides/slide3.xml" Id="R6d38cd6a2568417a" /><Relationship Type="http://schemas.openxmlformats.org/officeDocument/2006/relationships/slide" Target="/ppt/slides/slide4.xml" Id="Ra45416c0d9d243a0" /><Relationship Type="http://schemas.openxmlformats.org/officeDocument/2006/relationships/slide" Target="/ppt/slides/slide5.xml" Id="Rdbb49279689a48e2" /><Relationship Type="http://schemas.openxmlformats.org/officeDocument/2006/relationships/slide" Target="/ppt/slides/slide6.xml" Id="R39c94234377e4e9a" /><Relationship Type="http://schemas.openxmlformats.org/officeDocument/2006/relationships/slide" Target="/ppt/slides/slide7.xml" Id="R9bb7ec7b669b43a8" /><Relationship Type="http://schemas.openxmlformats.org/officeDocument/2006/relationships/slide" Target="/ppt/slides/slide8.xml" Id="Re6e1d580a2e44f6e" /><Relationship Type="http://schemas.openxmlformats.org/officeDocument/2006/relationships/slide" Target="/ppt/slides/slide9.xml" Id="R6db4c2d9e1514e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5d2fe09f7a41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5cf7f07b514524" /><Relationship Type="http://schemas.openxmlformats.org/officeDocument/2006/relationships/notesMaster" Target="/ppt/notesMasters/notesMaster1.xml" Id="Rbf9a4b3dfe2e41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46568c3b5d4195" /><Relationship Type="http://schemas.openxmlformats.org/officeDocument/2006/relationships/notesMaster" Target="/ppt/notesMasters/notesMaster1.xml" Id="R91ed68beb7d84a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7887c79c754fc5" /><Relationship Type="http://schemas.openxmlformats.org/officeDocument/2006/relationships/notesMaster" Target="/ppt/notesMasters/notesMaster1.xml" Id="R75d3602a192d48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6157ee00514edd" /><Relationship Type="http://schemas.openxmlformats.org/officeDocument/2006/relationships/notesMaster" Target="/ppt/notesMasters/notesMaster1.xml" Id="R3d336573934b49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155eb49de44b5b" /><Relationship Type="http://schemas.openxmlformats.org/officeDocument/2006/relationships/notesMaster" Target="/ppt/notesMasters/notesMaster1.xml" Id="R2cfb4a2e732640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69c375dc83434c" /><Relationship Type="http://schemas.openxmlformats.org/officeDocument/2006/relationships/notesMaster" Target="/ppt/notesMasters/notesMaster1.xml" Id="Rf1115b27f4754a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dd3c2aeb9c4ea5" /><Relationship Type="http://schemas.openxmlformats.org/officeDocument/2006/relationships/notesMaster" Target="/ppt/notesMasters/notesMaster1.xml" Id="R72183e52306345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0cb11b60c249ee" /><Relationship Type="http://schemas.openxmlformats.org/officeDocument/2006/relationships/notesMaster" Target="/ppt/notesMasters/notesMaster1.xml" Id="R3064cc1b248743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30875ec158430e" /><Relationship Type="http://schemas.openxmlformats.org/officeDocument/2006/relationships/notesMaster" Target="/ppt/notesMasters/notesMaster1.xml" Id="R47fef72a012c4a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开场约30秒：老师好，我们按提交材料、网站功能和测试结果三个部分汇报。PPT只作导航，主要展示实际文件和网站。切到第2页，打开课程材料索引。预计20分钟；教师可随时指定功能检查。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3:00：打开docs/deliverables/README.md，依次展示个人报告、进度、正式会议纪要、需求、测试报告、PPT、源代码、工作量。已有五份个人AI说明和汇总一并展示，不新增课程报告类别。个人技术现状报告目前4/5，周慧莹尚缺，不能说五人齐全。测试报告里的账号表及工作量比例需让老师看清。不要展示.env、密钥或个人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材料检查期间用约40秒说明分工。来源docs/plans/workload-current.md，用户此前指定的计划分配为25%与四个18.75%，合计100%。后续跨模块整合由甘文韬完成，不据此改写其他成员的独立贡献。尚无全员确认的实际工时占比，不将计划表说成审计过的实际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–6:00：打开/en或/zh首页，切换语言和市场，展示首页可配置模块。进入/products，演示分类、关键词搜索、筛选、排序、产品对比。进入商品详情，展示变体、价格、库存、指南和下载。再打开/play-learn、/support/faq、/contact，说明内容与联系入口。用浏览器窄窗口展示移动导航和无横向溢出；无需逐个重复点击同类商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6:00–10:00：独立浏览器上下文登录customer@wemove.local / Demo@123456。展示账户、地址、收藏；用一个商品加入购物车，进入/checkout核对金额、运费和地址，使用DEMO演示付款，进入订单详情下载PDF。打开售后入口展示申请及证据上传；后台审批退款与物流状态可在后续后台段联动。邮件验证和找回密码可用预先打开的Mailpit示例展示，避免等待占满时间。明确DEMO无真实扣款，PDF不冒充税务发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10:00–14:30：使用另一浏览器上下文登录dealer@wemove.local / Demo@123456，首次接受当前条款。显示已批准企业与授权目录；Quick Order添加有效SKU，演示数量限制和CSV错误行。提交RFQ，在已登录员工窗口/admin/b2b报价，返回经销商接受当前有效版本并转PO。检查企业、地址和金额快照，下载授权PDF；展示分批发货和售后入口。可准备一个已报价RFQ作备用，但不要将备用记录说成刚创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:30–18:00：演示前已通过admin@wemove.local密码及MFA登录。打开/admin/products展示商品/SKU/库存、/admin/pricing价格规则；/admin/cms修改一个演示文章标题或文本并刷新前台确认，随后恢复演示文本。/admin/media显示公开与私有权限；/admin/dealers查看申请审批；/admin/orders或/admin/b2b展示履约；/admin/contacts处理演示工单；/admin/seo及/admin/audit查看配置和刚才产生的审计记录。只对专用演示数据操作。敏感动作仍需当前MFA码，不关闭安全校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18:00–19:00：打开PR #10 Checks和测试报告，核对最终演示提交对应的CI，而不是只展示开发分支CI #44。本版依据CI #51，功能源码4fe2169已包含main 5642da2及本轮UI变更，完整CI通过。各层测试数不能相加称为需求覆盖率。按最终Checks说明新运行结论；如失败需说明，不用旧成功替代。100并发数据与Lighthouse移动端结果分开介绍。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:00–20:00：回到需求和材料清单，请老师指定补充检查的功能。说明个人报告4/5，周慧莹独立报告未收到；工作量是既定计划，实际比例待成员确认；演示环境采用测试账号和DEMO支付，生产商户、正式内容和上线资源不等同于课程功能完成。若网络故障优先使用本机运行与已归档CI证据；截图只能作为备用证据，不能假称实时操作成功。结束时保持网站和材料可打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597e7029542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9d9bc1659c433c" /><Relationship Type="http://schemas.openxmlformats.org/officeDocument/2006/relationships/slideLayout" Target="/ppt/slideLayouts/slideLayout1.xml" Id="R2e49f1db27a74f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49f1db27a74f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255c4513f4fd8" /><Relationship Type="http://schemas.openxmlformats.org/officeDocument/2006/relationships/notesSlide" Target="/ppt/notesSlides/notesSlide1.xml" Id="R6f386ad8be2a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7e7bd3f354774" /><Relationship Type="http://schemas.openxmlformats.org/officeDocument/2006/relationships/notesSlide" Target="/ppt/notesSlides/notesSlide2.xml" Id="Rd60ddd5d7e9949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e750ee9004789" /><Relationship Type="http://schemas.openxmlformats.org/officeDocument/2006/relationships/notesSlide" Target="/ppt/notesSlides/notesSlide3.xml" Id="R95a891e538a545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7e53b3fcf4b13" /><Relationship Type="http://schemas.openxmlformats.org/officeDocument/2006/relationships/notesSlide" Target="/ppt/notesSlides/notesSlide4.xml" Id="Rb4b7dc82ae5646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57f47ead54e0c" /><Relationship Type="http://schemas.openxmlformats.org/officeDocument/2006/relationships/notesSlide" Target="/ppt/notesSlides/notesSlide5.xml" Id="R825adf83dd0e41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fdc14900a4d12" /><Relationship Type="http://schemas.openxmlformats.org/officeDocument/2006/relationships/notesSlide" Target="/ppt/notesSlides/notesSlide6.xml" Id="R0a02505de67248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59a09b225462c" /><Relationship Type="http://schemas.openxmlformats.org/officeDocument/2006/relationships/notesSlide" Target="/ppt/notesSlides/notesSlide7.xml" Id="R6474d393a08540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04b37c2dc450f" /><Relationship Type="http://schemas.openxmlformats.org/officeDocument/2006/relationships/notesSlide" Target="/ppt/notesSlides/notesSlide8.xml" Id="Ra787ab2cd3b44b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96f03b7c14841" /><Relationship Type="http://schemas.openxmlformats.org/officeDocument/2006/relationships/notesSlide" Target="/ppt/notesSlides/notesSlide9.xml" Id="Rb94be315986e47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8D9BA-2744-487A-AF4A-A6A8B2D0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WEMOVE SPORTS 项目汇报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21338-0B77-425E-A06B-99F408B1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软件开发实践 2 · 下午班第 8 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880B2-77BA-46A6-B796-BD6E0F9D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甘文韬  陈婧琳  周慧莹  倪依玲  龙祖怡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FA093-6D70-4E38-860C-F69F0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材料检查 / 网站演示 / 测试结果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6A395-2F6E-4F59-B3EC-5793C1EF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2026 年 9 月</a:t>
            </a:r>
          </a:p>
        </p:txBody>
      </p:sp>
    </p:spTree>
    <p:extLst>
      <p:ext uri="{BB962C8B-B14F-4D97-AF65-F5344CB8AC3E}">
        <p14:creationId xmlns:p14="http://schemas.microsoft.com/office/powerpoint/2010/main" val="395867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47742-4F37-41A8-AA32-217F9AC4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提交材料检查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036AF-66CB-4805-B371-308CB988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个人材料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BFAC2-83E3-4C6C-8452-44F265CB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Web 开发技术现状与课程思政报告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C479A-F386-4EB7-A40B-F405C0BE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过程材料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E6FE0-2C4A-4BC7-8A39-82F5F100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进度计划、正式沟通讨论记录、成员工作量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4B6CA-1962-49FA-96B3-E4E73861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项目材料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66E94-FC45-4448-A7F6-ECC5C5D6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功能需求、测试报告与用例、源码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AEAC4-F60D-4AD3-8010-DB83B0B7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展示材料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DB9D4-8207-4FDF-8B36-FC7B8F65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本 PPT；已收的五人 AI 说明及汇总</a:t>
            </a:r>
          </a:p>
        </p:txBody>
      </p:sp>
    </p:spTree>
    <p:extLst>
      <p:ext uri="{BB962C8B-B14F-4D97-AF65-F5344CB8AC3E}">
        <p14:creationId xmlns:p14="http://schemas.microsoft.com/office/powerpoint/2010/main" val="1710626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B0AF3-D691-42E1-988D-FFB5417C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成员分工与工作量比例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704850" y="1552575"/>
          <a:ext xmlns:a="http://schemas.openxmlformats.org/drawingml/2006/main" cx="107823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7286625"/>
                <a:gridCol w="1781175"/>
              </a:tblGrid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A32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职责范围</a:t>
                      </a:r>
                    </a:p>
                  </a:txBody>
                  <a:tcPr marL="91440" marR="91440" marT="45720" marB="45720">
                    <a:solidFill>
                      <a:srgbClr val="A32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分配比例</a:t>
                      </a:r>
                    </a:p>
                  </a:txBody>
                  <a:tcPr marL="91440" marR="91440" marT="45720" marB="45720">
                    <a:solidFill>
                      <a:srgbClr val="A32923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甘文韬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架构、安全、团队整合；承接 B2B 采购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陈婧琳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品牌官网、响应式页面、消费者中心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周慧莹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商品、库存、定价、购物车与零售订单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倪依玲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后台、CMS、媒体、联系工单、操作手册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龙祖怡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工程化、自动化测试、性能测试与报告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五人团队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EAA37-FA6B-4C62-8729-69C19B18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按既定任务分配填写；实际贡献尚需成员依据工作记录确认。</a:t>
            </a:r>
          </a:p>
        </p:txBody>
      </p:sp>
    </p:spTree>
    <p:extLst>
      <p:ext uri="{BB962C8B-B14F-4D97-AF65-F5344CB8AC3E}">
        <p14:creationId xmlns:p14="http://schemas.microsoft.com/office/powerpoint/2010/main" val="20891494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A0BB3-106B-40D0-9B74-AC8B93EB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官网与产品浏览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19EC8-0478-40A1-B76E-06FCF317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首页与内容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4991D-8D50-496D-A7F3-865349B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语言与市场切换、CMS 内容、移动端导航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191E4-89D4-4A61-947B-8A74A77F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商品目录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9852C-FD64-4F97-A913-FA5AA425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分类、搜索、筛选、排序、对比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5CF74-E3FE-43CB-A596-1E5E4E33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商品详情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9B987-8D62-4AC2-8CD9-28224BC9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变体、零售价、库存状态、产品指南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BA919-ECE7-4DC5-AFA5-673C8954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支持服务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9A4C8-D29A-48A2-B313-7D9C3744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文章、FAQ、联系表单、资料下载</a:t>
            </a:r>
          </a:p>
        </p:txBody>
      </p:sp>
    </p:spTree>
    <p:extLst>
      <p:ext uri="{BB962C8B-B14F-4D97-AF65-F5344CB8AC3E}">
        <p14:creationId xmlns:p14="http://schemas.microsoft.com/office/powerpoint/2010/main" val="1876020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F2013-E016-48BA-AD62-E155A97A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消费者购买流程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5D858-FD47-42A4-BB73-AA9CAC8D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商品 → 购物车 → 结算 → 演示付款 → 订单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3C0B3-0A1A-42A2-A6C3-AC6104B0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现场核对：商品数量、地址、金额、订单状态与 PDF。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6BD29-7EC8-4ABF-A7E1-4A1EF037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继续查看：资料、地址、收藏、退货与退款入口。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F5269-8E29-4014-B95E-5EAAE0C6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演示支付不产生真实扣款。</a:t>
            </a:r>
          </a:p>
        </p:txBody>
      </p:sp>
    </p:spTree>
    <p:extLst>
      <p:ext uri="{BB962C8B-B14F-4D97-AF65-F5344CB8AC3E}">
        <p14:creationId xmlns:p14="http://schemas.microsoft.com/office/powerpoint/2010/main" val="1800938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60C0C-C058-4BE7-B799-F2146FED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经销商采购流程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D7B37-5D55-403F-8D75-6885BA98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授权目录 → 快速下单 → 询价 → 报价 → 采购订单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F8389-A7C6-4A96-9E40-6F36816F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3DE4E-B177-45CE-9D4D-897102FA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3DEB4-2E78-42FA-B2E0-8EA2DE99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现场核对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CEE29-1121-4FAF-B1C7-AE74D16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企业授权价、数量规则、报价版本与有效期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C9857-7440-4039-A878-F9ABECAF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订单后续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895BA-6FDE-4599-8616-2D976107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分批发货、复购、付款记录、退货退款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1C404-1934-4F57-878C-40305508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权限检查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F5E78-78CA-4E84-859F-8396E694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企业数据隔离；无权限不能下载私有资料</a:t>
            </a:r>
          </a:p>
        </p:txBody>
      </p:sp>
    </p:spTree>
    <p:extLst>
      <p:ext uri="{BB962C8B-B14F-4D97-AF65-F5344CB8AC3E}">
        <p14:creationId xmlns:p14="http://schemas.microsoft.com/office/powerpoint/2010/main" val="11482192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DB3E6-2747-49BB-A0C1-A7B2D622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运营后台与前台联动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CAD85-5B20-44EF-B40A-135E5EF0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商品与交易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7FA03-6C45-4827-A5DD-3A31A449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商品、库存、价格、订单履约、企业审核与报价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FECB0-C5C0-4F26-A854-A246422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内容与媒体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1CC37-5A13-48AE-914A-D5CA9EAA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修改内容后刷新前台；展示资源权限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25A94-EE30-4D42-A644-81BCD2C6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25178-F206-429F-9D9C-B68EAB3E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联系工单状态与通知记录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9B988-8562-4A88-A656-76F9E509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管理与追溯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0448B-2FE6-4F38-ACCB-714D7DD8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角色权限、SEO、审计记录、统计报表</a:t>
            </a:r>
          </a:p>
        </p:txBody>
      </p:sp>
    </p:spTree>
    <p:extLst>
      <p:ext uri="{BB962C8B-B14F-4D97-AF65-F5344CB8AC3E}">
        <p14:creationId xmlns:p14="http://schemas.microsoft.com/office/powerpoint/2010/main" val="266742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39E8A-E22A-4328-A35A-660FD78E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整合版本的验证结果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263C2-83A0-40CB-9892-5140F9CD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单元与集成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AD4F9-3D8D-439A-91EC-D1372D38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110 个单元用例；169 个数据库、HTTP 与邮件用例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1DA73-5B6C-4A61-9EED-2768FE5E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浏览器基线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3E01E-B6E1-4E03-875C-C0435AB8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三引擎业务检查及性能任务共 70 项通过（CI #51）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F3327-45F7-4AC4-890C-BEF1E429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运行与恢复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936D7-437F-492F-B1C7-5EBA2BD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29 次迁移；生产镜像、病毒扫描、备份恢复演练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DCE93-D189-4C4F-901F-B63DBA33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版本追溯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2C73E-3062-4860-A449-9CFDCFB3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最终检查对应当前提交；旧开发分支结果不能替代</a:t>
            </a:r>
          </a:p>
        </p:txBody>
      </p:sp>
    </p:spTree>
    <p:extLst>
      <p:ext uri="{BB962C8B-B14F-4D97-AF65-F5344CB8AC3E}">
        <p14:creationId xmlns:p14="http://schemas.microsoft.com/office/powerpoint/2010/main" val="1156936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3BF98-03B7-4C21-86B2-651EF4F3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汇报安排与待确认事项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8F156-8FA5-4E8A-8405-348AF523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材料 3 分钟 · 官网 3 分钟 · 消费者 4 分钟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92CC9-F9CD-4EB7-A232-CED23F28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经销商 4.5 分钟 · 后台 3.5 分钟 · 验证 2 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F47E3-D599-499B-A0B6-B2AAA929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待补：周慧莹独立报告；成员实际贡献确认。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D2B81-146A-46CC-AC14-E810906F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真实商户联调与生产上线条件单独说明。</a:t>
            </a:r>
          </a:p>
        </p:txBody>
      </p:sp>
    </p:spTree>
    <p:extLst>
      <p:ext uri="{BB962C8B-B14F-4D97-AF65-F5344CB8AC3E}">
        <p14:creationId xmlns:p14="http://schemas.microsoft.com/office/powerpoint/2010/main" val="868188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2026-09-07T20:01:53.7110000Z</dcterms:created>
  <dcterms:modified xsi:type="dcterms:W3CDTF">2026-09-07T20:01:53.7110000Z</dcterms:modified>
</coreProperties>
</file>